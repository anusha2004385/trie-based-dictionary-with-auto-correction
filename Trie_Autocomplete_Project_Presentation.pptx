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Trie-Based Dictionary Autocomplete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Trie is a tree-like data structure used for fast prefix searching.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 implement an efficient autocomplete system using Trie.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TrieNode class</a:t>
            </a:r>
          </a:p>
          <a:p>
            <a:r>
              <a:t>• Insert words</a:t>
            </a:r>
          </a:p>
          <a:p>
            <a:r>
              <a:t>• Search words</a:t>
            </a:r>
          </a:p>
          <a:p>
            <a:r>
              <a:t>• Autocomplete functionality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Search engines</a:t>
            </a:r>
          </a:p>
          <a:p>
            <a:r>
              <a:t>• Mobile keyboards</a:t>
            </a:r>
          </a:p>
          <a:p>
            <a:r>
              <a:t>• IDE suggestions</a:t>
            </a:r>
          </a:p>
          <a:p>
            <a:r>
              <a:t>• Dictionary apps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Fast and efficient prefix-based word lookup.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